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64" r:id="rId5"/>
    <p:sldId id="261" r:id="rId6"/>
    <p:sldId id="265" r:id="rId7"/>
    <p:sldId id="266" r:id="rId8"/>
    <p:sldId id="262" r:id="rId9"/>
    <p:sldId id="268" r:id="rId10"/>
    <p:sldId id="267" r:id="rId11"/>
    <p:sldId id="258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77CAE-09AE-8D88-78FE-76A974E889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5EE2FE-5DAB-D451-F737-1DC6F354AC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FD922-12AC-5258-8AAE-5D606F7AB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A3392-340A-4059-9FFC-9C3C1F3955D0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E5DE8-3310-A214-D594-96F9B43BD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3E66E-5CDE-53E1-58D6-6E9EA3532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D09ED-C7F5-4E66-8541-84E0D1470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441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77E12-ABE9-5056-5CC7-0FC639CA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961DF-747E-02FF-7932-EB01450C1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088D7-E882-3CE1-AD1F-C942C6487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A3392-340A-4059-9FFC-9C3C1F3955D0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338FB-6327-D337-C24E-0806800DD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56722-2F9A-50D6-843E-EE4CB538E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D09ED-C7F5-4E66-8541-84E0D1470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408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8B485-C1F8-F928-7CBD-1D64B5EB1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CBC96-780B-3245-A147-24C07CD69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49077-E56B-90B9-F19D-DA69116BF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A3392-340A-4059-9FFC-9C3C1F3955D0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D4CE6-5517-DD7F-1C28-5755AB1EB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8CB33-B836-3166-3064-7D83CA750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D09ED-C7F5-4E66-8541-84E0D1470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897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29272-BCD6-947A-992D-95EB330A9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0722D-89BE-40C5-7487-ECF9F16621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1BD6F0-6909-3E74-77EC-9A82BFFEB4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423707-9151-9B0E-CAB9-AEABDA420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A3392-340A-4059-9FFC-9C3C1F3955D0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87AEF0-B4B0-5FDA-03AE-E183B1697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223A90-62D5-72A7-8FE4-923C1A208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D09ED-C7F5-4E66-8541-84E0D1470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627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0AD90-E7CD-28C9-56CA-8ADFEA2B6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396B43-418D-EA7F-454D-7F83C2C7C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C19140-EF9D-F6CB-B932-8FDBFC03BB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65D09D-F241-9942-E7D2-5BF75A506C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1E33A8-4A14-B94A-5A0D-4FB03204D4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E6ACEF-8F21-9922-4A52-C95578424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A3392-340A-4059-9FFC-9C3C1F3955D0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7FD5F3-EFEA-9213-951F-1416AA3D3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B22844-AC1B-969E-6D9B-E90B41CC1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D09ED-C7F5-4E66-8541-84E0D1470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701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E5955-117E-B4D0-108B-EA2C44421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496215-777E-B1A6-8CDA-132ACCF23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A3392-340A-4059-9FFC-9C3C1F3955D0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BCD7A8-1977-4B05-9893-4F4E7293A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4AB0B3-EAE6-BDAD-9120-71139BB1A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D09ED-C7F5-4E66-8541-84E0D1470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47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0F2A07-659F-127F-2BBD-BAE7DE43C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A3392-340A-4059-9FFC-9C3C1F3955D0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EB4D35-6F5A-53CD-EEB3-2F3037BCD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F4FF15-F696-181C-449A-27D38A1AD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D09ED-C7F5-4E66-8541-84E0D1470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058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A1848-E065-A53A-EB15-8AC73D993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CCF35-E561-C4AF-7CF6-0C1379589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B4B681-35EB-99CF-B3F5-1083FAB744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6B9937-41BF-7106-B106-EAC703481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A3392-340A-4059-9FFC-9C3C1F3955D0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161970-FC90-B479-7AFA-AEBB617A8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CD1BF9-C643-1D1B-F9B5-CF3E617F9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D09ED-C7F5-4E66-8541-84E0D1470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916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6850D-7F8F-B50F-734F-5D61AEB41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CFED6D-52C3-CC64-2973-08F93D404B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48F8D9-07B7-0B5F-1A2B-E2F2A1407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E6A2C3-7B08-2291-41E5-347C147F2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A3392-340A-4059-9FFC-9C3C1F3955D0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00DDDE-40BA-88CE-8D59-F0B6ED8B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E655CB-E365-B5F9-AB88-FCEFAFA12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D09ED-C7F5-4E66-8541-84E0D1470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521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8554A-6751-6204-6F41-35EE6204A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93ACC3-1806-5CB5-2E70-491B485752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2535D-2048-F526-8210-94D3A01AD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A3392-340A-4059-9FFC-9C3C1F3955D0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F33E69-B723-F1B0-4192-58829755C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20504-4DD3-8448-F408-CAFA6176E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D09ED-C7F5-4E66-8541-84E0D1470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313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24F036-BBF3-3ACF-C231-81E8652DEB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BFEC29-1E4C-2C46-AC72-1619FEA84F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45B52-8E7C-715A-170A-B1BCBB239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A3392-340A-4059-9FFC-9C3C1F3955D0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2C24E-1054-27BB-16A5-20870C34D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5E045-F42A-3D88-4649-A514ECF36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D09ED-C7F5-4E66-8541-84E0D1470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673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8F3D74-466B-C4A7-AFE8-B2ECC1DA2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45FC05-F731-21E2-86B8-9901301E6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C2DF6-A9A8-3E55-A29E-6FAF076B32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3A3392-340A-4059-9FFC-9C3C1F3955D0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53D6D-B179-2ED7-59DD-E1D4ECDB0F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177DB-A01A-90E4-17C5-6BFF7B79CA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5D09ED-C7F5-4E66-8541-84E0D1470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968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C7A92-D85C-2721-B142-90DA7C846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68359"/>
            <a:ext cx="9144000" cy="2387600"/>
          </a:xfrm>
        </p:spPr>
        <p:txBody>
          <a:bodyPr/>
          <a:lstStyle/>
          <a:p>
            <a:r>
              <a:rPr lang="en-US" dirty="0"/>
              <a:t>BULLSEYE!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2F464C-6908-2AEF-039B-3399B272A0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48033"/>
            <a:ext cx="9144000" cy="2387599"/>
          </a:xfrm>
        </p:spPr>
        <p:txBody>
          <a:bodyPr>
            <a:normAutofit/>
          </a:bodyPr>
          <a:lstStyle/>
          <a:p>
            <a:r>
              <a:rPr lang="en-US" sz="3500" dirty="0"/>
              <a:t>Hit reproducibility with </a:t>
            </a:r>
            <a:r>
              <a:rPr lang="en-US" sz="3500" i="1" dirty="0">
                <a:solidFill>
                  <a:srgbClr val="FF0000"/>
                </a:solidFill>
              </a:rPr>
              <a:t>t a r g e t s </a:t>
            </a:r>
            <a:r>
              <a:rPr lang="en-US" sz="3500" dirty="0"/>
              <a:t>in R</a:t>
            </a:r>
          </a:p>
          <a:p>
            <a:endParaRPr lang="en-US" sz="3500" dirty="0"/>
          </a:p>
          <a:p>
            <a:r>
              <a:rPr lang="en-US" dirty="0"/>
              <a:t>Murphy John</a:t>
            </a:r>
          </a:p>
          <a:p>
            <a:r>
              <a:rPr lang="en-US" dirty="0"/>
              <a:t>2025-09-25</a:t>
            </a:r>
          </a:p>
        </p:txBody>
      </p:sp>
      <p:pic>
        <p:nvPicPr>
          <p:cNvPr id="1026" name="Picture 2" descr="Target Mascot: Everything You Want to Know About Bullseye">
            <a:extLst>
              <a:ext uri="{FF2B5EF4-FFF2-40B4-BE49-F238E27FC236}">
                <a16:creationId xmlns:a16="http://schemas.microsoft.com/office/drawing/2014/main" id="{110FDB0A-92ED-A307-D561-C023F1CBE2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3480" y="4364142"/>
            <a:ext cx="3398549" cy="2266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043766D-8E7D-D632-310E-04F4607E8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4766" y="85826"/>
            <a:ext cx="2700284" cy="3116128"/>
          </a:xfrm>
          <a:prstGeom prst="rect">
            <a:avLst/>
          </a:prstGeom>
        </p:spPr>
      </p:pic>
      <p:pic>
        <p:nvPicPr>
          <p:cNvPr id="1030" name="Picture 6" descr="Who is Alex from target and why is Alex from target so popular">
            <a:extLst>
              <a:ext uri="{FF2B5EF4-FFF2-40B4-BE49-F238E27FC236}">
                <a16:creationId xmlns:a16="http://schemas.microsoft.com/office/drawing/2014/main" id="{4F3EE24A-458C-7080-41AF-08EB9CFBE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971" y="222343"/>
            <a:ext cx="3017327" cy="2979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RStudio Company Information - Funding, Investors, and More">
            <a:extLst>
              <a:ext uri="{FF2B5EF4-FFF2-40B4-BE49-F238E27FC236}">
                <a16:creationId xmlns:a16="http://schemas.microsoft.com/office/drawing/2014/main" id="{846BA2D3-AA87-89F9-2BEA-661259260B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5" t="33624" r="9081" b="33324"/>
          <a:stretch>
            <a:fillRect/>
          </a:stretch>
        </p:blipFill>
        <p:spPr bwMode="auto">
          <a:xfrm>
            <a:off x="433137" y="4870602"/>
            <a:ext cx="3398549" cy="1362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627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0F075-C934-9840-825A-B157B3910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4E85D-DCB6-886B-1EF7-CEEF14366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Chronic Sisyphean coding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3A165-D5E4-7656-5E7C-FD418E3B7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3128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Write code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Wait while it runs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Discover an error </a:t>
            </a:r>
          </a:p>
          <a:p>
            <a:pPr marL="457200" lvl="1" indent="0">
              <a:buNone/>
            </a:pPr>
            <a:r>
              <a:rPr lang="en-US" sz="2000" dirty="0"/>
              <a:t>  Or your advisor tells you to change your analysis🙂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Repeat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2DD2E62-311A-9B50-BE7D-95B413D5C95D}"/>
              </a:ext>
            </a:extLst>
          </p:cNvPr>
          <p:cNvGrpSpPr/>
          <p:nvPr/>
        </p:nvGrpSpPr>
        <p:grpSpPr>
          <a:xfrm>
            <a:off x="8129016" y="463483"/>
            <a:ext cx="3693754" cy="6179233"/>
            <a:chOff x="8119872" y="450302"/>
            <a:chExt cx="3693754" cy="6179233"/>
          </a:xfrm>
        </p:grpSpPr>
        <p:pic>
          <p:nvPicPr>
            <p:cNvPr id="1026" name="Picture 2" descr="You are NOT Sisyphus – Encouraging Press">
              <a:extLst>
                <a:ext uri="{FF2B5EF4-FFF2-40B4-BE49-F238E27FC236}">
                  <a16:creationId xmlns:a16="http://schemas.microsoft.com/office/drawing/2014/main" id="{F1B94BB4-B417-3956-D5C5-AEEBA0502A8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552"/>
            <a:stretch>
              <a:fillRect/>
            </a:stretch>
          </p:blipFill>
          <p:spPr bwMode="auto">
            <a:xfrm>
              <a:off x="8119872" y="450302"/>
              <a:ext cx="3693754" cy="61792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91258C3-6CEF-5016-4CB8-C3A63E4D2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67" t="38737" r="41487" b="29017"/>
            <a:stretch>
              <a:fillRect/>
            </a:stretch>
          </p:blipFill>
          <p:spPr>
            <a:xfrm>
              <a:off x="8528684" y="3498115"/>
              <a:ext cx="588969" cy="6682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75299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418BE-4D11-ECB9-EBC8-1923EE787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i="1" dirty="0">
                <a:solidFill>
                  <a:srgbClr val="FF0000"/>
                </a:solidFill>
              </a:rPr>
              <a:t>t a r g e t s</a:t>
            </a:r>
            <a:r>
              <a:rPr lang="en-US" dirty="0"/>
              <a:t>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F2B5F-9D69-064F-2B7A-AE0106197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757160" cy="4910455"/>
          </a:xfrm>
        </p:spPr>
        <p:txBody>
          <a:bodyPr>
            <a:normAutofit/>
          </a:bodyPr>
          <a:lstStyle/>
          <a:p>
            <a:r>
              <a:rPr lang="en-US" sz="2400" dirty="0"/>
              <a:t>targets is an R package that organizes and tracks all components of an analytical pipeline</a:t>
            </a:r>
          </a:p>
          <a:p>
            <a:r>
              <a:rPr lang="en-US" sz="2400" dirty="0"/>
              <a:t>Monitors code and outputs so results stay current when changes are made</a:t>
            </a:r>
          </a:p>
          <a:p>
            <a:r>
              <a:rPr lang="en-US" sz="2400" dirty="0"/>
              <a:t>Re-runs only modified steps and their downstream dependencies </a:t>
            </a:r>
          </a:p>
          <a:p>
            <a:r>
              <a:rPr lang="en-US" sz="2400" dirty="0"/>
              <a:t>Flags steps with pending changes so you know exactly where to work</a:t>
            </a:r>
          </a:p>
          <a:p>
            <a:r>
              <a:rPr lang="en-US" sz="2400" dirty="0"/>
              <a:t>An organized workflow is an efficient and reproducible workflow!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B00AE4-2559-3B74-C7C3-898BBA521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825624"/>
            <a:ext cx="3382489" cy="341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67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04027-C81B-A32D-BD9D-488B8B0AE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I really like about </a:t>
            </a:r>
            <a:r>
              <a:rPr lang="en-US" i="1" dirty="0">
                <a:solidFill>
                  <a:srgbClr val="FF0000"/>
                </a:solidFill>
              </a:rPr>
              <a:t>t a r g e t s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DB554-EE31-A6F4-9453-96F4D9CF7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Functional coding feels weird at first, but it’s SO efficient</a:t>
            </a:r>
          </a:p>
          <a:p>
            <a:r>
              <a:rPr lang="en-US" sz="2400" dirty="0"/>
              <a:t>Everything gets saved (and updated) automatically in the “_targets/” folder, so you don’t end up with a million random files floating around</a:t>
            </a:r>
          </a:p>
          <a:p>
            <a:r>
              <a:rPr lang="en-US" sz="2400" dirty="0"/>
              <a:t>Having one “master” file with all your targets makes the whole workflow way more organized and easier to follow</a:t>
            </a:r>
          </a:p>
          <a:p>
            <a:r>
              <a:rPr lang="en-US" sz="2400" dirty="0"/>
              <a:t>Targets has parallel processing built in, so things run faster, and you don’t have to mess with setting it up yourself</a:t>
            </a:r>
          </a:p>
          <a:p>
            <a:r>
              <a:rPr lang="en-US" sz="2400" dirty="0"/>
              <a:t>Reproducibility is basically forced along the way so when you come back months later (or hand it off to someone else), the pipeline is clear and still works</a:t>
            </a:r>
          </a:p>
        </p:txBody>
      </p:sp>
    </p:spTree>
    <p:extLst>
      <p:ext uri="{BB962C8B-B14F-4D97-AF65-F5344CB8AC3E}">
        <p14:creationId xmlns:p14="http://schemas.microsoft.com/office/powerpoint/2010/main" val="1796995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irst person dumped from Love Island revealed - leaving fans furious as  early favourite axed in brutal twist | The Sun">
            <a:extLst>
              <a:ext uri="{FF2B5EF4-FFF2-40B4-BE49-F238E27FC236}">
                <a16:creationId xmlns:a16="http://schemas.microsoft.com/office/drawing/2014/main" id="{FAD9D61F-F623-CD20-94D8-88614CB84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3048" y="2300116"/>
            <a:ext cx="7125903" cy="4008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C10F91-2236-684A-E6CF-6ACB2928A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Still haven’t turned your head?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A51BCD-8397-CD58-D608-06A86C78F370}"/>
              </a:ext>
            </a:extLst>
          </p:cNvPr>
          <p:cNvSpPr/>
          <p:nvPr/>
        </p:nvSpPr>
        <p:spPr>
          <a:xfrm>
            <a:off x="6933630" y="3361159"/>
            <a:ext cx="2059093" cy="8500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tar_visnetwork</a:t>
            </a:r>
            <a:r>
              <a:rPr 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5394DD-8018-7193-1F6D-3DC9D5EE9120}"/>
              </a:ext>
            </a:extLst>
          </p:cNvPr>
          <p:cNvSpPr txBox="1"/>
          <p:nvPr/>
        </p:nvSpPr>
        <p:spPr>
          <a:xfrm>
            <a:off x="2682240" y="1884364"/>
            <a:ext cx="6876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a hot new bombshell has entered the villa</a:t>
            </a:r>
          </a:p>
        </p:txBody>
      </p:sp>
    </p:spTree>
    <p:extLst>
      <p:ext uri="{BB962C8B-B14F-4D97-AF65-F5344CB8AC3E}">
        <p14:creationId xmlns:p14="http://schemas.microsoft.com/office/powerpoint/2010/main" val="2430001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FFF23-89E3-566E-C829-AD6D18AA8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tar_visnetwork</a:t>
            </a:r>
            <a:r>
              <a:rPr lang="en-US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0315B-7EDC-1FEC-2A4C-94DEB4FA6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Visualizes your entire pipeline with a dependency graph (similar to a DAG)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E82B02-0930-E3D6-A6AA-958E9D017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32" y="2672188"/>
            <a:ext cx="4476000" cy="30577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220C82-4E4C-085C-0995-6DBF852011E5}"/>
              </a:ext>
            </a:extLst>
          </p:cNvPr>
          <p:cNvSpPr txBox="1"/>
          <p:nvPr/>
        </p:nvSpPr>
        <p:spPr>
          <a:xfrm>
            <a:off x="409194" y="5761464"/>
            <a:ext cx="42184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Who cares?! 🥱</a:t>
            </a:r>
          </a:p>
          <a:p>
            <a:r>
              <a:rPr lang="en-US" sz="1600" dirty="0"/>
              <a:t>That pipeline is pretty straightforward. 😴 </a:t>
            </a:r>
          </a:p>
          <a:p>
            <a:r>
              <a:rPr lang="en-US" sz="1600" dirty="0"/>
              <a:t>I can easily remember that! 😏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6969C0BB-EA6E-F50B-4DA7-7A4A850675CB}"/>
              </a:ext>
            </a:extLst>
          </p:cNvPr>
          <p:cNvSpPr/>
          <p:nvPr/>
        </p:nvSpPr>
        <p:spPr>
          <a:xfrm>
            <a:off x="5314200" y="3713258"/>
            <a:ext cx="972312" cy="5760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9418DB-41B2-E525-ACDB-DE71B2F8B2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458" t="5682" r="25432" b="9632"/>
          <a:stretch>
            <a:fillRect/>
          </a:stretch>
        </p:blipFill>
        <p:spPr>
          <a:xfrm>
            <a:off x="6286512" y="2496312"/>
            <a:ext cx="5695202" cy="381558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2802F38-0112-A1E4-9CDB-8BF364525699}"/>
              </a:ext>
            </a:extLst>
          </p:cNvPr>
          <p:cNvSpPr txBox="1"/>
          <p:nvPr/>
        </p:nvSpPr>
        <p:spPr>
          <a:xfrm>
            <a:off x="10121882" y="5129755"/>
            <a:ext cx="13317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/>
              <a:t>😮</a:t>
            </a:r>
          </a:p>
        </p:txBody>
      </p:sp>
    </p:spTree>
    <p:extLst>
      <p:ext uri="{BB962C8B-B14F-4D97-AF65-F5344CB8AC3E}">
        <p14:creationId xmlns:p14="http://schemas.microsoft.com/office/powerpoint/2010/main" val="2124851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B2580-84F3-3323-44AD-84C812510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a </a:t>
            </a:r>
            <a:r>
              <a:rPr lang="en-US" i="1" dirty="0">
                <a:solidFill>
                  <a:srgbClr val="FF0000"/>
                </a:solidFill>
              </a:rPr>
              <a:t>t a r g e t s </a:t>
            </a:r>
            <a:r>
              <a:rPr lang="en-US" dirty="0"/>
              <a:t>project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7D169-D0C4-AC9E-0DB5-A18BDF1FC8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670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AF35C-A3A2-2489-80E2-43131D26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5F263-CC8A-23B8-75F7-2CB39F271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Create an R project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Install and load the targets package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Run “</a:t>
            </a:r>
            <a:r>
              <a:rPr lang="en-US" dirty="0" err="1"/>
              <a:t>use_targets</a:t>
            </a:r>
            <a:r>
              <a:rPr lang="en-US" dirty="0"/>
              <a:t>()” to create a “_</a:t>
            </a:r>
            <a:r>
              <a:rPr lang="en-US" dirty="0" err="1"/>
              <a:t>targets.R</a:t>
            </a:r>
            <a:r>
              <a:rPr lang="en-US" dirty="0"/>
              <a:t>” file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Create a folder called “R” where you will store custom functions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B7B100-91B6-CF17-3DAF-AB4FF5C3C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206240"/>
            <a:ext cx="4464746" cy="1970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335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C86FE-916E-9B68-990E-132A5D81A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023286D-78A2-757C-6BF2-40F728520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1062" y="76968"/>
            <a:ext cx="3827536" cy="42208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59D055A-081A-C2A0-5D74-AECF61608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870" y="4387399"/>
            <a:ext cx="5971130" cy="2470601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EB8629DF-8512-E69B-952C-4BE5FE207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_</a:t>
            </a:r>
            <a:r>
              <a:rPr lang="en-US" dirty="0" err="1"/>
              <a:t>targets.R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CAE48E0-6F30-DE71-38F4-2473122B4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87728" cy="4351338"/>
          </a:xfrm>
        </p:spPr>
        <p:txBody>
          <a:bodyPr/>
          <a:lstStyle/>
          <a:p>
            <a:r>
              <a:rPr lang="en-US" dirty="0"/>
              <a:t>The “master” file of your projects</a:t>
            </a:r>
          </a:p>
          <a:p>
            <a:r>
              <a:rPr lang="en-US" dirty="0"/>
              <a:t>Load packages</a:t>
            </a:r>
          </a:p>
          <a:p>
            <a:r>
              <a:rPr lang="en-US" dirty="0"/>
              <a:t>Set targets options</a:t>
            </a:r>
          </a:p>
          <a:p>
            <a:r>
              <a:rPr lang="en-US" dirty="0"/>
              <a:t>Load custom functions</a:t>
            </a:r>
          </a:p>
          <a:p>
            <a:r>
              <a:rPr lang="en-US" dirty="0"/>
              <a:t>Set up targets pipeline</a:t>
            </a:r>
          </a:p>
        </p:txBody>
      </p:sp>
    </p:spTree>
    <p:extLst>
      <p:ext uri="{BB962C8B-B14F-4D97-AF65-F5344CB8AC3E}">
        <p14:creationId xmlns:p14="http://schemas.microsoft.com/office/powerpoint/2010/main" val="2317586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F318D-7BAB-C50B-C174-9BE6E4C88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I always set up in the _</a:t>
            </a:r>
            <a:r>
              <a:rPr lang="en-US" dirty="0" err="1"/>
              <a:t>targets.R</a:t>
            </a:r>
            <a:r>
              <a:rPr lang="en-US" dirty="0"/>
              <a:t>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E4284-778A-B3C5-6668-6B4CCA33F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128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69894-F4B4-CB70-736C-2CCA02E58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88C81-0084-8B28-3415-257DF0AEF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92C42-21C3-DB69-DD65-37A8E7D31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Visualization of pipeline</a:t>
            </a:r>
          </a:p>
          <a:p>
            <a:r>
              <a:rPr lang="en-US" dirty="0"/>
              <a:t>Create project from scratch</a:t>
            </a:r>
          </a:p>
          <a:p>
            <a:pPr lvl="1"/>
            <a:r>
              <a:rPr lang="en-US" dirty="0"/>
              <a:t>If using </a:t>
            </a:r>
            <a:r>
              <a:rPr lang="en-US" dirty="0" err="1"/>
              <a:t>github</a:t>
            </a:r>
            <a:r>
              <a:rPr lang="en-US" dirty="0"/>
              <a:t> use </a:t>
            </a:r>
            <a:r>
              <a:rPr lang="en-US" dirty="0" err="1"/>
              <a:t>gitignore</a:t>
            </a: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targetize</a:t>
            </a:r>
            <a:r>
              <a:rPr lang="en-US" dirty="0"/>
              <a:t>” existing project</a:t>
            </a:r>
          </a:p>
          <a:p>
            <a:r>
              <a:rPr lang="en-US" dirty="0"/>
              <a:t>Debugging with targets</a:t>
            </a:r>
          </a:p>
          <a:p>
            <a:r>
              <a:rPr lang="en-US" dirty="0"/>
              <a:t>Targets with uga sapelo2 cluster</a:t>
            </a:r>
          </a:p>
          <a:p>
            <a:r>
              <a:rPr lang="en-US" dirty="0"/>
              <a:t>Parallel processing in targets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217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B7C62-B549-3491-55E1-D0862D072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6B8CF-FBFC-1D53-AA98-6ADA89DFC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136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405</Words>
  <Application>Microsoft Office PowerPoint</Application>
  <PresentationFormat>Widescreen</PresentationFormat>
  <Paragraphs>53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Arial Black</vt:lpstr>
      <vt:lpstr>Office Theme</vt:lpstr>
      <vt:lpstr>BULLSEYE!</vt:lpstr>
      <vt:lpstr>Chronic Sisyphean coding loop</vt:lpstr>
      <vt:lpstr>What is t a r g e t s? </vt:lpstr>
      <vt:lpstr>Things I really like about t a r g e t s </vt:lpstr>
      <vt:lpstr>Still haven’t turned your head? </vt:lpstr>
      <vt:lpstr>tar_visnetwork()</vt:lpstr>
      <vt:lpstr>Setting up a t a r g e t s project </vt:lpstr>
      <vt:lpstr>Set up</vt:lpstr>
      <vt:lpstr>_targets.R</vt:lpstr>
      <vt:lpstr>Things I always set up in the _targets.R file</vt:lpstr>
      <vt:lpstr>TODO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Murphy John</dc:creator>
  <cp:lastModifiedBy>Murphy John</cp:lastModifiedBy>
  <cp:revision>24</cp:revision>
  <dcterms:created xsi:type="dcterms:W3CDTF">2025-08-13T15:46:34Z</dcterms:created>
  <dcterms:modified xsi:type="dcterms:W3CDTF">2025-08-22T16:57:22Z</dcterms:modified>
</cp:coreProperties>
</file>