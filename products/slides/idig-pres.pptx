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7" r:id="rId4"/>
    <p:sldId id="261" r:id="rId5"/>
    <p:sldId id="262" r:id="rId6"/>
    <p:sldId id="258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77CAE-09AE-8D88-78FE-76A974E889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5EE2FE-5DAB-D451-F737-1DC6F354AC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FD922-12AC-5258-8AAE-5D606F7AB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FE5DE8-3310-A214-D594-96F9B43BD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3E66E-5CDE-53E1-58D6-6E9EA353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441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77E12-ABE9-5056-5CC7-0FC639CA4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0961DF-747E-02FF-7932-EB01450C17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088D7-E882-3CE1-AD1F-C942C6487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338FB-6327-D337-C24E-0806800DD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956722-2F9A-50D6-843E-EE4CB538E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408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A8B485-C1F8-F928-7CBD-1D64B5EB13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CBC96-780B-3245-A147-24C07CD696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49077-E56B-90B9-F19D-DA69116BF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ED4CE6-5517-DD7F-1C28-5755AB1EB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C8CB33-B836-3166-3064-7D83CA7501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897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829272-BCD6-947A-992D-95EB330A9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0722D-89BE-40C5-7487-ECF9F16621F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BD6F0-6909-3E74-77EC-9A82BFFEB4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423707-9151-9B0E-CAB9-AEABDA42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87AEF0-B4B0-5FDA-03AE-E183B1697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223A90-62D5-72A7-8FE4-923C1A208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62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0AD90-E7CD-28C9-56CA-8ADFEA2B6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396B43-418D-EA7F-454D-7F83C2C7C5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C19140-EF9D-F6CB-B932-8FDBFC03BB1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65D09D-F241-9942-E7D2-5BF75A506C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1E33A8-4A14-B94A-5A0D-4FB03204D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DE6ACEF-8F21-9922-4A52-C95578424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7FD5F3-EFEA-9213-951F-1416AA3D3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B22844-AC1B-969E-6D9B-E90B41CC1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701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E5955-117E-B4D0-108B-EA2C44421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496215-777E-B1A6-8CDA-132ACCF23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BCD7A8-1977-4B05-9893-4F4E7293A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AB0B3-EAE6-BDAD-9120-71139BB1A4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471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B0F2A07-659F-127F-2BBD-BAE7DE43C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EB4D35-6F5A-53CD-EEB3-2F3037BCD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F4FF15-F696-181C-449A-27D38A1AD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70585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A1848-E065-A53A-EB15-8AC73D993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CCF35-E561-C4AF-7CF6-0C1379589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B4B681-35EB-99CF-B3F5-1083FAB744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6B9937-41BF-7106-B106-EAC7034818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161970-FC90-B479-7AFA-AEBB617A8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D1BF9-C643-1D1B-F9B5-CF3E617F9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916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6850D-7F8F-B50F-734F-5D61AEB41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CFED6D-52C3-CC64-2973-08F93D404B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48F8D9-07B7-0B5F-1A2B-E2F2A14079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E6A2C3-7B08-2291-41E5-347C147F2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00DDDE-40BA-88CE-8D59-F0B6ED8B27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E655CB-E365-B5F9-AB88-FCEFAFA12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5216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8554A-6751-6204-6F41-35EE6204A3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93ACC3-1806-5CB5-2E70-491B485752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62535D-2048-F526-8210-94D3A01AD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F33E69-B723-F1B0-4192-58829755C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20504-4DD3-8448-F408-CAFA6176E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313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24F036-BBF3-3ACF-C231-81E8652DEB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BFEC29-1E4C-2C46-AC72-1619FEA84F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545B52-8E7C-715A-170A-B1BCBB2398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A3392-340A-4059-9FFC-9C3C1F3955D0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2C24E-1054-27BB-16A5-20870C34D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5E045-F42A-3D88-4649-A514ECF36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673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B8F3D74-466B-C4A7-AFE8-B2ECC1DA2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45FC05-F731-21E2-86B8-9901301E6B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C2DF6-A9A8-3E55-A29E-6FAF076B32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A3392-340A-4059-9FFC-9C3C1F3955D0}" type="datetimeFigureOut">
              <a:rPr lang="en-US" smtClean="0"/>
              <a:t>8/15/2025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053D6D-B179-2ED7-59DD-E1D4ECDB0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177DB-A01A-90E4-17C5-6BFF7B79CA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5D09ED-C7F5-4E66-8541-84E0D1470D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4968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C7A92-D85C-2721-B142-90DA7C8467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68359"/>
            <a:ext cx="9144000" cy="2387600"/>
          </a:xfrm>
        </p:spPr>
        <p:txBody>
          <a:bodyPr/>
          <a:lstStyle/>
          <a:p>
            <a:r>
              <a:rPr lang="en-US" dirty="0"/>
              <a:t>BULLSEYE!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2F464C-6908-2AEF-039B-3399B272A0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48033"/>
            <a:ext cx="9144000" cy="2387599"/>
          </a:xfrm>
        </p:spPr>
        <p:txBody>
          <a:bodyPr>
            <a:normAutofit/>
          </a:bodyPr>
          <a:lstStyle/>
          <a:p>
            <a:r>
              <a:rPr lang="en-US" sz="3500" dirty="0"/>
              <a:t>Hit reproducibility with </a:t>
            </a:r>
            <a:r>
              <a:rPr lang="en-US" sz="3500" i="1" dirty="0">
                <a:solidFill>
                  <a:srgbClr val="FF0000"/>
                </a:solidFill>
              </a:rPr>
              <a:t>t a r g e t s </a:t>
            </a:r>
            <a:r>
              <a:rPr lang="en-US" sz="3500" dirty="0"/>
              <a:t>in R</a:t>
            </a:r>
          </a:p>
          <a:p>
            <a:endParaRPr lang="en-US" sz="3500" dirty="0"/>
          </a:p>
          <a:p>
            <a:r>
              <a:rPr lang="en-US" dirty="0"/>
              <a:t>Murphy John</a:t>
            </a:r>
          </a:p>
          <a:p>
            <a:r>
              <a:rPr lang="en-US" dirty="0"/>
              <a:t>2025-09-25</a:t>
            </a:r>
          </a:p>
        </p:txBody>
      </p:sp>
      <p:pic>
        <p:nvPicPr>
          <p:cNvPr id="1026" name="Picture 2" descr="Target Mascot: Everything You Want to Know About Bullseye">
            <a:extLst>
              <a:ext uri="{FF2B5EF4-FFF2-40B4-BE49-F238E27FC236}">
                <a16:creationId xmlns:a16="http://schemas.microsoft.com/office/drawing/2014/main" id="{110FDB0A-92ED-A307-D561-C023F1CBE2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3480" y="4364142"/>
            <a:ext cx="3398549" cy="22667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043766D-8E7D-D632-310E-04F4607E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4766" y="85826"/>
            <a:ext cx="2700284" cy="3116128"/>
          </a:xfrm>
          <a:prstGeom prst="rect">
            <a:avLst/>
          </a:prstGeom>
        </p:spPr>
      </p:pic>
      <p:pic>
        <p:nvPicPr>
          <p:cNvPr id="1028" name="Picture 4" descr="Knight archer cartoon character Royalty Free Vector Image">
            <a:extLst>
              <a:ext uri="{FF2B5EF4-FFF2-40B4-BE49-F238E27FC236}">
                <a16:creationId xmlns:a16="http://schemas.microsoft.com/office/drawing/2014/main" id="{951E64F8-84B6-1A91-C958-049AC73043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93"/>
          <a:stretch>
            <a:fillRect/>
          </a:stretch>
        </p:blipFill>
        <p:spPr bwMode="auto">
          <a:xfrm>
            <a:off x="567206" y="3947970"/>
            <a:ext cx="1913588" cy="2354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Who is Alex from target and why is Alex from target so popular">
            <a:extLst>
              <a:ext uri="{FF2B5EF4-FFF2-40B4-BE49-F238E27FC236}">
                <a16:creationId xmlns:a16="http://schemas.microsoft.com/office/drawing/2014/main" id="{4F3EE24A-458C-7080-41AF-08EB9CFBE0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9971" y="222343"/>
            <a:ext cx="3017327" cy="29796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62786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0F075-C934-9840-825A-B157B3910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4E85D-DCB6-886B-1EF7-CEEF14366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Chronic Sisyphean coding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B3A165-D5E4-7656-5E7C-FD418E3B7D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Write and launch code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Wait while it runs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Discover an issue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Repeat</a:t>
            </a:r>
          </a:p>
        </p:txBody>
      </p:sp>
      <p:pic>
        <p:nvPicPr>
          <p:cNvPr id="1026" name="Picture 2" descr="You are NOT Sisyphus – Encouraging Press">
            <a:extLst>
              <a:ext uri="{FF2B5EF4-FFF2-40B4-BE49-F238E27FC236}">
                <a16:creationId xmlns:a16="http://schemas.microsoft.com/office/drawing/2014/main" id="{F1B94BB4-B417-3956-D5C5-AEEBA0502A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7360" y="1589456"/>
            <a:ext cx="3584258" cy="4823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5299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4418BE-4D11-ECB9-EBC8-1923EE787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i="1" dirty="0">
                <a:solidFill>
                  <a:srgbClr val="FF0000"/>
                </a:solidFill>
              </a:rPr>
              <a:t>t a r g e t s</a:t>
            </a:r>
            <a:r>
              <a:rPr lang="en-US" dirty="0"/>
              <a:t>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BF2B5F-9D69-064F-2B7A-AE0106197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7757160" cy="4910455"/>
          </a:xfrm>
        </p:spPr>
        <p:txBody>
          <a:bodyPr>
            <a:normAutofit/>
          </a:bodyPr>
          <a:lstStyle/>
          <a:p>
            <a:r>
              <a:rPr lang="en-US" sz="2400" dirty="0"/>
              <a:t>targets is an R package that organizes and tracks all components of an analytical pipeline</a:t>
            </a:r>
          </a:p>
          <a:p>
            <a:r>
              <a:rPr lang="en-US" sz="2400" dirty="0"/>
              <a:t>Monitors code and outputs so results stay current when changes occur</a:t>
            </a:r>
          </a:p>
          <a:p>
            <a:r>
              <a:rPr lang="en-US" sz="2400" dirty="0"/>
              <a:t>Re-runs only modified steps and their downstream dependencies to save time</a:t>
            </a:r>
          </a:p>
          <a:p>
            <a:r>
              <a:rPr lang="en-US" sz="2400" dirty="0"/>
              <a:t>Flags steps with pending changes so you know exactly where to work</a:t>
            </a:r>
          </a:p>
          <a:p>
            <a:r>
              <a:rPr lang="en-US" sz="2400" dirty="0"/>
              <a:t>An organized workflow is an efficient and reproducible workflow!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B00AE4-2559-3B74-C7C3-898BBA521E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825624"/>
            <a:ext cx="3382489" cy="341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267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10F91-2236-684A-E6CF-6ACB2928A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Still not convinced? </a:t>
            </a:r>
          </a:p>
        </p:txBody>
      </p:sp>
      <p:pic>
        <p:nvPicPr>
          <p:cNvPr id="2050" name="Picture 2" descr="hide yo husbands, hide yo wives, a new bombshell is here 🤩">
            <a:extLst>
              <a:ext uri="{FF2B5EF4-FFF2-40B4-BE49-F238E27FC236}">
                <a16:creationId xmlns:a16="http://schemas.microsoft.com/office/drawing/2014/main" id="{5550E34B-6ADB-20A7-A7F0-7779491244E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00"/>
          <a:stretch>
            <a:fillRect/>
          </a:stretch>
        </p:blipFill>
        <p:spPr bwMode="auto">
          <a:xfrm>
            <a:off x="3572933" y="1341767"/>
            <a:ext cx="4627298" cy="5287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FA51BCD-8397-CD58-D608-06A86C78F370}"/>
              </a:ext>
            </a:extLst>
          </p:cNvPr>
          <p:cNvSpPr/>
          <p:nvPr/>
        </p:nvSpPr>
        <p:spPr>
          <a:xfrm>
            <a:off x="6141138" y="3734800"/>
            <a:ext cx="2059093" cy="85005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tar_visnetwork</a:t>
            </a:r>
            <a:r>
              <a:rPr lang="en-US" sz="2000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300016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2AF35C-A3A2-2489-80E2-43131D26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Workflow visualization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C5F263-CC8A-23B8-75F7-2CB39F271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63356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69894-F4B4-CB70-736C-2CCA02E587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88C81-0084-8B28-3415-257DF0AEF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F92C42-21C3-DB69-DD65-37A8E7D31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Visualization of pipeline</a:t>
            </a:r>
          </a:p>
          <a:p>
            <a:r>
              <a:rPr lang="en-US" dirty="0"/>
              <a:t>Create project from scratch</a:t>
            </a:r>
          </a:p>
          <a:p>
            <a:pPr lvl="1"/>
            <a:r>
              <a:rPr lang="en-US" dirty="0"/>
              <a:t>If using </a:t>
            </a:r>
            <a:r>
              <a:rPr lang="en-US" dirty="0" err="1"/>
              <a:t>github</a:t>
            </a:r>
            <a:r>
              <a:rPr lang="en-US" dirty="0"/>
              <a:t> use </a:t>
            </a:r>
            <a:r>
              <a:rPr lang="en-US" dirty="0" err="1"/>
              <a:t>gitignore</a:t>
            </a:r>
            <a:endParaRPr lang="en-US" dirty="0"/>
          </a:p>
          <a:p>
            <a:r>
              <a:rPr lang="en-US" dirty="0"/>
              <a:t>“</a:t>
            </a:r>
            <a:r>
              <a:rPr lang="en-US" dirty="0" err="1"/>
              <a:t>targetize</a:t>
            </a:r>
            <a:r>
              <a:rPr lang="en-US" dirty="0"/>
              <a:t>” existing project</a:t>
            </a:r>
          </a:p>
          <a:p>
            <a:r>
              <a:rPr lang="en-US" dirty="0"/>
              <a:t>Debugging with targets</a:t>
            </a:r>
          </a:p>
          <a:p>
            <a:r>
              <a:rPr lang="en-US" dirty="0"/>
              <a:t>Targets with </a:t>
            </a:r>
            <a:r>
              <a:rPr lang="en-US" dirty="0" err="1"/>
              <a:t>uga</a:t>
            </a:r>
            <a:r>
              <a:rPr lang="en-US" dirty="0"/>
              <a:t> sapelo2 cluster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2217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65</TotalTime>
  <Words>138</Words>
  <Application>Microsoft Office PowerPoint</Application>
  <PresentationFormat>Widescreen</PresentationFormat>
  <Paragraphs>26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BULLSEYE!</vt:lpstr>
      <vt:lpstr>Chronic Sisyphean coding loop</vt:lpstr>
      <vt:lpstr>What is t a r g e t s? </vt:lpstr>
      <vt:lpstr>Still not convinced? </vt:lpstr>
      <vt:lpstr>Workflow visualization</vt:lpstr>
      <vt:lpstr>TODO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Murphy John</dc:creator>
  <cp:lastModifiedBy>Murphy John</cp:lastModifiedBy>
  <cp:revision>12</cp:revision>
  <dcterms:created xsi:type="dcterms:W3CDTF">2025-08-13T15:46:34Z</dcterms:created>
  <dcterms:modified xsi:type="dcterms:W3CDTF">2025-08-15T17:59:47Z</dcterms:modified>
</cp:coreProperties>
</file>