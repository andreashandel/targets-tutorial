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7CAE-09AE-8D88-78FE-76A974E88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EE2FE-5DAB-D451-F737-1DC6F354A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FD922-12AC-5258-8AAE-5D606F7AB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E5DE8-3310-A214-D594-96F9B43BD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3E66E-5CDE-53E1-58D6-6E9EA353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41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77E12-ABE9-5056-5CC7-0FC639CA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961DF-747E-02FF-7932-EB01450C1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088D7-E882-3CE1-AD1F-C942C6487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338FB-6327-D337-C24E-0806800DD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56722-2F9A-50D6-843E-EE4CB538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0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8B485-C1F8-F928-7CBD-1D64B5EB1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BC96-780B-3245-A147-24C07CD69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49077-E56B-90B9-F19D-DA69116BF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D4CE6-5517-DD7F-1C28-5755AB1E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8CB33-B836-3166-3064-7D83CA750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9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29272-BCD6-947A-992D-95EB330A9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0722D-89BE-40C5-7487-ECF9F166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BD6F0-6909-3E74-77EC-9A82BFFEB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23707-9151-9B0E-CAB9-AEABDA42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7AEF0-B4B0-5FDA-03AE-E183B1697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23A90-62D5-72A7-8FE4-923C1A20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62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0AD90-E7CD-28C9-56CA-8ADFEA2B6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396B43-418D-EA7F-454D-7F83C2C7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19140-EF9D-F6CB-B932-8FDBFC03B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65D09D-F241-9942-E7D2-5BF75A506C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1E33A8-4A14-B94A-5A0D-4FB03204D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E6ACEF-8F21-9922-4A52-C95578424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7FD5F3-EFEA-9213-951F-1416AA3D3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B22844-AC1B-969E-6D9B-E90B41CC1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0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5955-117E-B4D0-108B-EA2C44421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496215-777E-B1A6-8CDA-132ACCF2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CD7A8-1977-4B05-9893-4F4E7293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AB0B3-EAE6-BDAD-9120-71139BB1A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47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0F2A07-659F-127F-2BBD-BAE7DE43C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EB4D35-6F5A-53CD-EEB3-2F3037BCD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4FF15-F696-181C-449A-27D38A1AD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058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1848-E065-A53A-EB15-8AC73D993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CCF35-E561-C4AF-7CF6-0C1379589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4B681-35EB-99CF-B3F5-1083FAB74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6B9937-41BF-7106-B106-EAC70348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61970-FC90-B479-7AFA-AEBB617A8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D1BF9-C643-1D1B-F9B5-CF3E617F9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16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6850D-7F8F-B50F-734F-5D61AEB4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FED6D-52C3-CC64-2973-08F93D404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F8D9-07B7-0B5F-1A2B-E2F2A1407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6A2C3-7B08-2291-41E5-347C147F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0DDDE-40BA-88CE-8D59-F0B6ED8B2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655CB-E365-B5F9-AB88-FCEFAFA12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21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8554A-6751-6204-6F41-35EE6204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93ACC3-1806-5CB5-2E70-491B485752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2535D-2048-F526-8210-94D3A01A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33E69-B723-F1B0-4192-58829755C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20504-4DD3-8448-F408-CAFA6176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1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24F036-BBF3-3ACF-C231-81E8652DEB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BFEC29-1E4C-2C46-AC72-1619FEA84F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45B52-8E7C-715A-170A-B1BCBB239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2C24E-1054-27BB-16A5-20870C34D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5E045-F42A-3D88-4649-A514ECF36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673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8F3D74-466B-C4A7-AFE8-B2ECC1DA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5FC05-F731-21E2-86B8-9901301E6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2DF6-A9A8-3E55-A29E-6FAF076B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A3392-340A-4059-9FFC-9C3C1F3955D0}" type="datetimeFigureOut">
              <a:rPr lang="en-US" smtClean="0"/>
              <a:t>8/13/2025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53D6D-B179-2ED7-59DD-E1D4ECDB0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177DB-A01A-90E4-17C5-6BFF7B79CA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968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C7A92-D85C-2721-B142-90DA7C8467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2F464C-6908-2AEF-039B-3399B272A0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278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18BE-4D11-ECB9-EBC8-1923EE787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F2B5F-9D69-064F-2B7A-AE0106197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`targets</a:t>
            </a:r>
            <a:r>
              <a:rPr lang="en-US"/>
              <a:t>` package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267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7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Set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Murphy John</dc:creator>
  <cp:lastModifiedBy>Murphy John</cp:lastModifiedBy>
  <cp:revision>2</cp:revision>
  <dcterms:created xsi:type="dcterms:W3CDTF">2025-08-13T15:46:34Z</dcterms:created>
  <dcterms:modified xsi:type="dcterms:W3CDTF">2025-08-13T16:06:40Z</dcterms:modified>
</cp:coreProperties>
</file>