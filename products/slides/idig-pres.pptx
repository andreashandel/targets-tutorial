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5" d="100"/>
          <a:sy n="105" d="100"/>
        </p:scale>
        <p:origin x="77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77CAE-09AE-8D88-78FE-76A974E8899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55EE2FE-5DAB-D451-F737-1DC6F354AC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03FD922-12AC-5258-8AAE-5D606F7AB5E3}"/>
              </a:ext>
            </a:extLst>
          </p:cNvPr>
          <p:cNvSpPr>
            <a:spLocks noGrp="1"/>
          </p:cNvSpPr>
          <p:nvPr>
            <p:ph type="dt" sz="half" idx="10"/>
          </p:nvPr>
        </p:nvSpPr>
        <p:spPr/>
        <p:txBody>
          <a:bodyPr/>
          <a:lstStyle/>
          <a:p>
            <a:fld id="{853A3392-340A-4059-9FFC-9C3C1F3955D0}" type="datetimeFigureOut">
              <a:rPr lang="en-US" smtClean="0"/>
              <a:t>8/15/2025</a:t>
            </a:fld>
            <a:endParaRPr lang="en-US"/>
          </a:p>
        </p:txBody>
      </p:sp>
      <p:sp>
        <p:nvSpPr>
          <p:cNvPr id="5" name="Footer Placeholder 4">
            <a:extLst>
              <a:ext uri="{FF2B5EF4-FFF2-40B4-BE49-F238E27FC236}">
                <a16:creationId xmlns:a16="http://schemas.microsoft.com/office/drawing/2014/main" id="{CBFE5DE8-3310-A214-D594-96F9B43BD9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03E66E-5CDE-53E1-58D6-6E9EA3532529}"/>
              </a:ext>
            </a:extLst>
          </p:cNvPr>
          <p:cNvSpPr>
            <a:spLocks noGrp="1"/>
          </p:cNvSpPr>
          <p:nvPr>
            <p:ph type="sldNum" sz="quarter" idx="12"/>
          </p:nvPr>
        </p:nvSpPr>
        <p:spPr/>
        <p:txBody>
          <a:bodyPr/>
          <a:lstStyle/>
          <a:p>
            <a:fld id="{995D09ED-C7F5-4E66-8541-84E0D1470D58}" type="slidenum">
              <a:rPr lang="en-US" smtClean="0"/>
              <a:t>‹#›</a:t>
            </a:fld>
            <a:endParaRPr lang="en-US"/>
          </a:p>
        </p:txBody>
      </p:sp>
    </p:spTree>
    <p:extLst>
      <p:ext uri="{BB962C8B-B14F-4D97-AF65-F5344CB8AC3E}">
        <p14:creationId xmlns:p14="http://schemas.microsoft.com/office/powerpoint/2010/main" val="23804419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7E12-ABE9-5056-5CC7-0FC639CA42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A0961DF-747E-02FF-7932-EB01450C177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3088D7-E882-3CE1-AD1F-C942C6487500}"/>
              </a:ext>
            </a:extLst>
          </p:cNvPr>
          <p:cNvSpPr>
            <a:spLocks noGrp="1"/>
          </p:cNvSpPr>
          <p:nvPr>
            <p:ph type="dt" sz="half" idx="10"/>
          </p:nvPr>
        </p:nvSpPr>
        <p:spPr/>
        <p:txBody>
          <a:bodyPr/>
          <a:lstStyle/>
          <a:p>
            <a:fld id="{853A3392-340A-4059-9FFC-9C3C1F3955D0}" type="datetimeFigureOut">
              <a:rPr lang="en-US" smtClean="0"/>
              <a:t>8/15/2025</a:t>
            </a:fld>
            <a:endParaRPr lang="en-US"/>
          </a:p>
        </p:txBody>
      </p:sp>
      <p:sp>
        <p:nvSpPr>
          <p:cNvPr id="5" name="Footer Placeholder 4">
            <a:extLst>
              <a:ext uri="{FF2B5EF4-FFF2-40B4-BE49-F238E27FC236}">
                <a16:creationId xmlns:a16="http://schemas.microsoft.com/office/drawing/2014/main" id="{88B338FB-6327-D337-C24E-0806800DDA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956722-2F9A-50D6-843E-EE4CB538E3CA}"/>
              </a:ext>
            </a:extLst>
          </p:cNvPr>
          <p:cNvSpPr>
            <a:spLocks noGrp="1"/>
          </p:cNvSpPr>
          <p:nvPr>
            <p:ph type="sldNum" sz="quarter" idx="12"/>
          </p:nvPr>
        </p:nvSpPr>
        <p:spPr/>
        <p:txBody>
          <a:bodyPr/>
          <a:lstStyle/>
          <a:p>
            <a:fld id="{995D09ED-C7F5-4E66-8541-84E0D1470D58}" type="slidenum">
              <a:rPr lang="en-US" smtClean="0"/>
              <a:t>‹#›</a:t>
            </a:fld>
            <a:endParaRPr lang="en-US"/>
          </a:p>
        </p:txBody>
      </p:sp>
    </p:spTree>
    <p:extLst>
      <p:ext uri="{BB962C8B-B14F-4D97-AF65-F5344CB8AC3E}">
        <p14:creationId xmlns:p14="http://schemas.microsoft.com/office/powerpoint/2010/main" val="1152408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8B485-C1F8-F928-7CBD-1D64B5EB13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FCBC96-780B-3245-A147-24C07CD696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1749077-E56B-90B9-F19D-DA69116BF5C9}"/>
              </a:ext>
            </a:extLst>
          </p:cNvPr>
          <p:cNvSpPr>
            <a:spLocks noGrp="1"/>
          </p:cNvSpPr>
          <p:nvPr>
            <p:ph type="dt" sz="half" idx="10"/>
          </p:nvPr>
        </p:nvSpPr>
        <p:spPr/>
        <p:txBody>
          <a:bodyPr/>
          <a:lstStyle/>
          <a:p>
            <a:fld id="{853A3392-340A-4059-9FFC-9C3C1F3955D0}" type="datetimeFigureOut">
              <a:rPr lang="en-US" smtClean="0"/>
              <a:t>8/15/2025</a:t>
            </a:fld>
            <a:endParaRPr lang="en-US"/>
          </a:p>
        </p:txBody>
      </p:sp>
      <p:sp>
        <p:nvSpPr>
          <p:cNvPr id="5" name="Footer Placeholder 4">
            <a:extLst>
              <a:ext uri="{FF2B5EF4-FFF2-40B4-BE49-F238E27FC236}">
                <a16:creationId xmlns:a16="http://schemas.microsoft.com/office/drawing/2014/main" id="{DAED4CE6-5517-DD7F-1C28-5755AB1EB2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C8CB33-B836-3166-3064-7D83CA750196}"/>
              </a:ext>
            </a:extLst>
          </p:cNvPr>
          <p:cNvSpPr>
            <a:spLocks noGrp="1"/>
          </p:cNvSpPr>
          <p:nvPr>
            <p:ph type="sldNum" sz="quarter" idx="12"/>
          </p:nvPr>
        </p:nvSpPr>
        <p:spPr/>
        <p:txBody>
          <a:bodyPr/>
          <a:lstStyle/>
          <a:p>
            <a:fld id="{995D09ED-C7F5-4E66-8541-84E0D1470D58}" type="slidenum">
              <a:rPr lang="en-US" smtClean="0"/>
              <a:t>‹#›</a:t>
            </a:fld>
            <a:endParaRPr lang="en-US"/>
          </a:p>
        </p:txBody>
      </p:sp>
    </p:spTree>
    <p:extLst>
      <p:ext uri="{BB962C8B-B14F-4D97-AF65-F5344CB8AC3E}">
        <p14:creationId xmlns:p14="http://schemas.microsoft.com/office/powerpoint/2010/main" val="32768977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829272-BCD6-947A-992D-95EB330A98F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ED0722D-89BE-40C5-7487-ECF9F16621F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A1BD6F0-6909-3E74-77EC-9A82BFFEB4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C423707-9151-9B0E-CAB9-AEABDA420926}"/>
              </a:ext>
            </a:extLst>
          </p:cNvPr>
          <p:cNvSpPr>
            <a:spLocks noGrp="1"/>
          </p:cNvSpPr>
          <p:nvPr>
            <p:ph type="dt" sz="half" idx="10"/>
          </p:nvPr>
        </p:nvSpPr>
        <p:spPr/>
        <p:txBody>
          <a:bodyPr/>
          <a:lstStyle/>
          <a:p>
            <a:fld id="{853A3392-340A-4059-9FFC-9C3C1F3955D0}" type="datetimeFigureOut">
              <a:rPr lang="en-US" smtClean="0"/>
              <a:t>8/15/2025</a:t>
            </a:fld>
            <a:endParaRPr lang="en-US"/>
          </a:p>
        </p:txBody>
      </p:sp>
      <p:sp>
        <p:nvSpPr>
          <p:cNvPr id="6" name="Footer Placeholder 5">
            <a:extLst>
              <a:ext uri="{FF2B5EF4-FFF2-40B4-BE49-F238E27FC236}">
                <a16:creationId xmlns:a16="http://schemas.microsoft.com/office/drawing/2014/main" id="{8787AEF0-B4B0-5FDA-03AE-E183B169792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223A90-62D5-72A7-8FE4-923C1A2089DC}"/>
              </a:ext>
            </a:extLst>
          </p:cNvPr>
          <p:cNvSpPr>
            <a:spLocks noGrp="1"/>
          </p:cNvSpPr>
          <p:nvPr>
            <p:ph type="sldNum" sz="quarter" idx="12"/>
          </p:nvPr>
        </p:nvSpPr>
        <p:spPr/>
        <p:txBody>
          <a:bodyPr/>
          <a:lstStyle/>
          <a:p>
            <a:fld id="{995D09ED-C7F5-4E66-8541-84E0D1470D58}" type="slidenum">
              <a:rPr lang="en-US" smtClean="0"/>
              <a:t>‹#›</a:t>
            </a:fld>
            <a:endParaRPr lang="en-US"/>
          </a:p>
        </p:txBody>
      </p:sp>
    </p:spTree>
    <p:extLst>
      <p:ext uri="{BB962C8B-B14F-4D97-AF65-F5344CB8AC3E}">
        <p14:creationId xmlns:p14="http://schemas.microsoft.com/office/powerpoint/2010/main" val="12716275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0AD90-E7CD-28C9-56CA-8ADFEA2B6E3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396B43-418D-EA7F-454D-7F83C2C7C5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C19140-EF9D-F6CB-B932-8FDBFC03BB1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F65D09D-F241-9942-E7D2-5BF75A506C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B1E33A8-4A14-B94A-5A0D-4FB03204D4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DE6ACEF-8F21-9922-4A52-C955784245BC}"/>
              </a:ext>
            </a:extLst>
          </p:cNvPr>
          <p:cNvSpPr>
            <a:spLocks noGrp="1"/>
          </p:cNvSpPr>
          <p:nvPr>
            <p:ph type="dt" sz="half" idx="10"/>
          </p:nvPr>
        </p:nvSpPr>
        <p:spPr/>
        <p:txBody>
          <a:bodyPr/>
          <a:lstStyle/>
          <a:p>
            <a:fld id="{853A3392-340A-4059-9FFC-9C3C1F3955D0}" type="datetimeFigureOut">
              <a:rPr lang="en-US" smtClean="0"/>
              <a:t>8/15/2025</a:t>
            </a:fld>
            <a:endParaRPr lang="en-US"/>
          </a:p>
        </p:txBody>
      </p:sp>
      <p:sp>
        <p:nvSpPr>
          <p:cNvPr id="8" name="Footer Placeholder 7">
            <a:extLst>
              <a:ext uri="{FF2B5EF4-FFF2-40B4-BE49-F238E27FC236}">
                <a16:creationId xmlns:a16="http://schemas.microsoft.com/office/drawing/2014/main" id="{9D7FD5F3-EFEA-9213-951F-1416AA3D3F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8B22844-AC1B-969E-6D9B-E90B41CC1161}"/>
              </a:ext>
            </a:extLst>
          </p:cNvPr>
          <p:cNvSpPr>
            <a:spLocks noGrp="1"/>
          </p:cNvSpPr>
          <p:nvPr>
            <p:ph type="sldNum" sz="quarter" idx="12"/>
          </p:nvPr>
        </p:nvSpPr>
        <p:spPr/>
        <p:txBody>
          <a:bodyPr/>
          <a:lstStyle/>
          <a:p>
            <a:fld id="{995D09ED-C7F5-4E66-8541-84E0D1470D58}" type="slidenum">
              <a:rPr lang="en-US" smtClean="0"/>
              <a:t>‹#›</a:t>
            </a:fld>
            <a:endParaRPr lang="en-US"/>
          </a:p>
        </p:txBody>
      </p:sp>
    </p:spTree>
    <p:extLst>
      <p:ext uri="{BB962C8B-B14F-4D97-AF65-F5344CB8AC3E}">
        <p14:creationId xmlns:p14="http://schemas.microsoft.com/office/powerpoint/2010/main" val="38687018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E5955-117E-B4D0-108B-EA2C444213D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6496215-777E-B1A6-8CDA-132ACCF238D8}"/>
              </a:ext>
            </a:extLst>
          </p:cNvPr>
          <p:cNvSpPr>
            <a:spLocks noGrp="1"/>
          </p:cNvSpPr>
          <p:nvPr>
            <p:ph type="dt" sz="half" idx="10"/>
          </p:nvPr>
        </p:nvSpPr>
        <p:spPr/>
        <p:txBody>
          <a:bodyPr/>
          <a:lstStyle/>
          <a:p>
            <a:fld id="{853A3392-340A-4059-9FFC-9C3C1F3955D0}" type="datetimeFigureOut">
              <a:rPr lang="en-US" smtClean="0"/>
              <a:t>8/15/2025</a:t>
            </a:fld>
            <a:endParaRPr lang="en-US"/>
          </a:p>
        </p:txBody>
      </p:sp>
      <p:sp>
        <p:nvSpPr>
          <p:cNvPr id="4" name="Footer Placeholder 3">
            <a:extLst>
              <a:ext uri="{FF2B5EF4-FFF2-40B4-BE49-F238E27FC236}">
                <a16:creationId xmlns:a16="http://schemas.microsoft.com/office/drawing/2014/main" id="{6BBCD7A8-1977-4B05-9893-4F4E7293AE2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84AB0B3-EAE6-BDAD-9120-71139BB1A433}"/>
              </a:ext>
            </a:extLst>
          </p:cNvPr>
          <p:cNvSpPr>
            <a:spLocks noGrp="1"/>
          </p:cNvSpPr>
          <p:nvPr>
            <p:ph type="sldNum" sz="quarter" idx="12"/>
          </p:nvPr>
        </p:nvSpPr>
        <p:spPr/>
        <p:txBody>
          <a:bodyPr/>
          <a:lstStyle/>
          <a:p>
            <a:fld id="{995D09ED-C7F5-4E66-8541-84E0D1470D58}" type="slidenum">
              <a:rPr lang="en-US" smtClean="0"/>
              <a:t>‹#›</a:t>
            </a:fld>
            <a:endParaRPr lang="en-US"/>
          </a:p>
        </p:txBody>
      </p:sp>
    </p:spTree>
    <p:extLst>
      <p:ext uri="{BB962C8B-B14F-4D97-AF65-F5344CB8AC3E}">
        <p14:creationId xmlns:p14="http://schemas.microsoft.com/office/powerpoint/2010/main" val="264147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B0F2A07-659F-127F-2BBD-BAE7DE43CE25}"/>
              </a:ext>
            </a:extLst>
          </p:cNvPr>
          <p:cNvSpPr>
            <a:spLocks noGrp="1"/>
          </p:cNvSpPr>
          <p:nvPr>
            <p:ph type="dt" sz="half" idx="10"/>
          </p:nvPr>
        </p:nvSpPr>
        <p:spPr/>
        <p:txBody>
          <a:bodyPr/>
          <a:lstStyle/>
          <a:p>
            <a:fld id="{853A3392-340A-4059-9FFC-9C3C1F3955D0}" type="datetimeFigureOut">
              <a:rPr lang="en-US" smtClean="0"/>
              <a:t>8/15/2025</a:t>
            </a:fld>
            <a:endParaRPr lang="en-US"/>
          </a:p>
        </p:txBody>
      </p:sp>
      <p:sp>
        <p:nvSpPr>
          <p:cNvPr id="3" name="Footer Placeholder 2">
            <a:extLst>
              <a:ext uri="{FF2B5EF4-FFF2-40B4-BE49-F238E27FC236}">
                <a16:creationId xmlns:a16="http://schemas.microsoft.com/office/drawing/2014/main" id="{93EB4D35-6F5A-53CD-EEB3-2F3037BCDAD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EF4FF15-F696-181C-449A-27D38A1AD38E}"/>
              </a:ext>
            </a:extLst>
          </p:cNvPr>
          <p:cNvSpPr>
            <a:spLocks noGrp="1"/>
          </p:cNvSpPr>
          <p:nvPr>
            <p:ph type="sldNum" sz="quarter" idx="12"/>
          </p:nvPr>
        </p:nvSpPr>
        <p:spPr/>
        <p:txBody>
          <a:bodyPr/>
          <a:lstStyle/>
          <a:p>
            <a:fld id="{995D09ED-C7F5-4E66-8541-84E0D1470D58}" type="slidenum">
              <a:rPr lang="en-US" smtClean="0"/>
              <a:t>‹#›</a:t>
            </a:fld>
            <a:endParaRPr lang="en-US"/>
          </a:p>
        </p:txBody>
      </p:sp>
    </p:spTree>
    <p:extLst>
      <p:ext uri="{BB962C8B-B14F-4D97-AF65-F5344CB8AC3E}">
        <p14:creationId xmlns:p14="http://schemas.microsoft.com/office/powerpoint/2010/main" val="15470585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A1848-E065-A53A-EB15-8AC73D993F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4ECCF35-E561-C4AF-7CF6-0C1379589C2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FB4B681-35EB-99CF-B3F5-1083FAB744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6B9937-41BF-7106-B106-EAC7034818C3}"/>
              </a:ext>
            </a:extLst>
          </p:cNvPr>
          <p:cNvSpPr>
            <a:spLocks noGrp="1"/>
          </p:cNvSpPr>
          <p:nvPr>
            <p:ph type="dt" sz="half" idx="10"/>
          </p:nvPr>
        </p:nvSpPr>
        <p:spPr/>
        <p:txBody>
          <a:bodyPr/>
          <a:lstStyle/>
          <a:p>
            <a:fld id="{853A3392-340A-4059-9FFC-9C3C1F3955D0}" type="datetimeFigureOut">
              <a:rPr lang="en-US" smtClean="0"/>
              <a:t>8/15/2025</a:t>
            </a:fld>
            <a:endParaRPr lang="en-US"/>
          </a:p>
        </p:txBody>
      </p:sp>
      <p:sp>
        <p:nvSpPr>
          <p:cNvPr id="6" name="Footer Placeholder 5">
            <a:extLst>
              <a:ext uri="{FF2B5EF4-FFF2-40B4-BE49-F238E27FC236}">
                <a16:creationId xmlns:a16="http://schemas.microsoft.com/office/drawing/2014/main" id="{46161970-FC90-B479-7AFA-AEBB617A891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4CD1BF9-C643-1D1B-F9B5-CF3E617F98B2}"/>
              </a:ext>
            </a:extLst>
          </p:cNvPr>
          <p:cNvSpPr>
            <a:spLocks noGrp="1"/>
          </p:cNvSpPr>
          <p:nvPr>
            <p:ph type="sldNum" sz="quarter" idx="12"/>
          </p:nvPr>
        </p:nvSpPr>
        <p:spPr/>
        <p:txBody>
          <a:bodyPr/>
          <a:lstStyle/>
          <a:p>
            <a:fld id="{995D09ED-C7F5-4E66-8541-84E0D1470D58}" type="slidenum">
              <a:rPr lang="en-US" smtClean="0"/>
              <a:t>‹#›</a:t>
            </a:fld>
            <a:endParaRPr lang="en-US"/>
          </a:p>
        </p:txBody>
      </p:sp>
    </p:spTree>
    <p:extLst>
      <p:ext uri="{BB962C8B-B14F-4D97-AF65-F5344CB8AC3E}">
        <p14:creationId xmlns:p14="http://schemas.microsoft.com/office/powerpoint/2010/main" val="1962916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6850D-7F8F-B50F-734F-5D61AEB41F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FCFED6D-52C3-CC64-2973-08F93D404B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048F8D9-07B7-0B5F-1A2B-E2F2A14079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FE6A2C3-7B08-2291-41E5-347C147F2C15}"/>
              </a:ext>
            </a:extLst>
          </p:cNvPr>
          <p:cNvSpPr>
            <a:spLocks noGrp="1"/>
          </p:cNvSpPr>
          <p:nvPr>
            <p:ph type="dt" sz="half" idx="10"/>
          </p:nvPr>
        </p:nvSpPr>
        <p:spPr/>
        <p:txBody>
          <a:bodyPr/>
          <a:lstStyle/>
          <a:p>
            <a:fld id="{853A3392-340A-4059-9FFC-9C3C1F3955D0}" type="datetimeFigureOut">
              <a:rPr lang="en-US" smtClean="0"/>
              <a:t>8/15/2025</a:t>
            </a:fld>
            <a:endParaRPr lang="en-US"/>
          </a:p>
        </p:txBody>
      </p:sp>
      <p:sp>
        <p:nvSpPr>
          <p:cNvPr id="6" name="Footer Placeholder 5">
            <a:extLst>
              <a:ext uri="{FF2B5EF4-FFF2-40B4-BE49-F238E27FC236}">
                <a16:creationId xmlns:a16="http://schemas.microsoft.com/office/drawing/2014/main" id="{1B00DDDE-40BA-88CE-8D59-F0B6ED8B27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7E655CB-E365-B5F9-AB88-FCEFAFA12DFB}"/>
              </a:ext>
            </a:extLst>
          </p:cNvPr>
          <p:cNvSpPr>
            <a:spLocks noGrp="1"/>
          </p:cNvSpPr>
          <p:nvPr>
            <p:ph type="sldNum" sz="quarter" idx="12"/>
          </p:nvPr>
        </p:nvSpPr>
        <p:spPr/>
        <p:txBody>
          <a:bodyPr/>
          <a:lstStyle/>
          <a:p>
            <a:fld id="{995D09ED-C7F5-4E66-8541-84E0D1470D58}" type="slidenum">
              <a:rPr lang="en-US" smtClean="0"/>
              <a:t>‹#›</a:t>
            </a:fld>
            <a:endParaRPr lang="en-US"/>
          </a:p>
        </p:txBody>
      </p:sp>
    </p:spTree>
    <p:extLst>
      <p:ext uri="{BB962C8B-B14F-4D97-AF65-F5344CB8AC3E}">
        <p14:creationId xmlns:p14="http://schemas.microsoft.com/office/powerpoint/2010/main" val="2304521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8554A-6751-6204-6F41-35EE6204A36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F93ACC3-1806-5CB5-2E70-491B4857526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62535D-2048-F526-8210-94D3A01AD1E1}"/>
              </a:ext>
            </a:extLst>
          </p:cNvPr>
          <p:cNvSpPr>
            <a:spLocks noGrp="1"/>
          </p:cNvSpPr>
          <p:nvPr>
            <p:ph type="dt" sz="half" idx="10"/>
          </p:nvPr>
        </p:nvSpPr>
        <p:spPr/>
        <p:txBody>
          <a:bodyPr/>
          <a:lstStyle/>
          <a:p>
            <a:fld id="{853A3392-340A-4059-9FFC-9C3C1F3955D0}" type="datetimeFigureOut">
              <a:rPr lang="en-US" smtClean="0"/>
              <a:t>8/15/2025</a:t>
            </a:fld>
            <a:endParaRPr lang="en-US"/>
          </a:p>
        </p:txBody>
      </p:sp>
      <p:sp>
        <p:nvSpPr>
          <p:cNvPr id="5" name="Footer Placeholder 4">
            <a:extLst>
              <a:ext uri="{FF2B5EF4-FFF2-40B4-BE49-F238E27FC236}">
                <a16:creationId xmlns:a16="http://schemas.microsoft.com/office/drawing/2014/main" id="{28F33E69-B723-F1B0-4192-58829755C9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920504-4DD3-8448-F408-CAFA6176E69C}"/>
              </a:ext>
            </a:extLst>
          </p:cNvPr>
          <p:cNvSpPr>
            <a:spLocks noGrp="1"/>
          </p:cNvSpPr>
          <p:nvPr>
            <p:ph type="sldNum" sz="quarter" idx="12"/>
          </p:nvPr>
        </p:nvSpPr>
        <p:spPr/>
        <p:txBody>
          <a:bodyPr/>
          <a:lstStyle/>
          <a:p>
            <a:fld id="{995D09ED-C7F5-4E66-8541-84E0D1470D58}" type="slidenum">
              <a:rPr lang="en-US" smtClean="0"/>
              <a:t>‹#›</a:t>
            </a:fld>
            <a:endParaRPr lang="en-US"/>
          </a:p>
        </p:txBody>
      </p:sp>
    </p:spTree>
    <p:extLst>
      <p:ext uri="{BB962C8B-B14F-4D97-AF65-F5344CB8AC3E}">
        <p14:creationId xmlns:p14="http://schemas.microsoft.com/office/powerpoint/2010/main" val="1625313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24F036-BBF3-3ACF-C231-81E8652DEB6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ABFEC29-1E4C-2C46-AC72-1619FEA84F1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545B52-8E7C-715A-170A-B1BCBB2398B1}"/>
              </a:ext>
            </a:extLst>
          </p:cNvPr>
          <p:cNvSpPr>
            <a:spLocks noGrp="1"/>
          </p:cNvSpPr>
          <p:nvPr>
            <p:ph type="dt" sz="half" idx="10"/>
          </p:nvPr>
        </p:nvSpPr>
        <p:spPr/>
        <p:txBody>
          <a:bodyPr/>
          <a:lstStyle/>
          <a:p>
            <a:fld id="{853A3392-340A-4059-9FFC-9C3C1F3955D0}" type="datetimeFigureOut">
              <a:rPr lang="en-US" smtClean="0"/>
              <a:t>8/15/2025</a:t>
            </a:fld>
            <a:endParaRPr lang="en-US"/>
          </a:p>
        </p:txBody>
      </p:sp>
      <p:sp>
        <p:nvSpPr>
          <p:cNvPr id="5" name="Footer Placeholder 4">
            <a:extLst>
              <a:ext uri="{FF2B5EF4-FFF2-40B4-BE49-F238E27FC236}">
                <a16:creationId xmlns:a16="http://schemas.microsoft.com/office/drawing/2014/main" id="{51E2C24E-1054-27BB-16A5-20870C34D2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25E045-F42A-3D88-4649-A514ECF3656F}"/>
              </a:ext>
            </a:extLst>
          </p:cNvPr>
          <p:cNvSpPr>
            <a:spLocks noGrp="1"/>
          </p:cNvSpPr>
          <p:nvPr>
            <p:ph type="sldNum" sz="quarter" idx="12"/>
          </p:nvPr>
        </p:nvSpPr>
        <p:spPr/>
        <p:txBody>
          <a:bodyPr/>
          <a:lstStyle/>
          <a:p>
            <a:fld id="{995D09ED-C7F5-4E66-8541-84E0D1470D58}" type="slidenum">
              <a:rPr lang="en-US" smtClean="0"/>
              <a:t>‹#›</a:t>
            </a:fld>
            <a:endParaRPr lang="en-US"/>
          </a:p>
        </p:txBody>
      </p:sp>
    </p:spTree>
    <p:extLst>
      <p:ext uri="{BB962C8B-B14F-4D97-AF65-F5344CB8AC3E}">
        <p14:creationId xmlns:p14="http://schemas.microsoft.com/office/powerpoint/2010/main" val="31946734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B8F3D74-466B-C4A7-AFE8-B2ECC1DA2E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45FC05-F731-21E2-86B8-9901301E6B7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CC2DF6-A9A8-3E55-A29E-6FAF076B320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53A3392-340A-4059-9FFC-9C3C1F3955D0}" type="datetimeFigureOut">
              <a:rPr lang="en-US" smtClean="0"/>
              <a:t>8/15/2025</a:t>
            </a:fld>
            <a:endParaRPr lang="en-US"/>
          </a:p>
        </p:txBody>
      </p:sp>
      <p:sp>
        <p:nvSpPr>
          <p:cNvPr id="5" name="Footer Placeholder 4">
            <a:extLst>
              <a:ext uri="{FF2B5EF4-FFF2-40B4-BE49-F238E27FC236}">
                <a16:creationId xmlns:a16="http://schemas.microsoft.com/office/drawing/2014/main" id="{40053D6D-B179-2ED7-59DD-E1D4ECDB0F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A7177DB-A01A-90E4-17C5-6BFF7B79CA9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95D09ED-C7F5-4E66-8541-84E0D1470D58}" type="slidenum">
              <a:rPr lang="en-US" smtClean="0"/>
              <a:t>‹#›</a:t>
            </a:fld>
            <a:endParaRPr lang="en-US"/>
          </a:p>
        </p:txBody>
      </p:sp>
    </p:spTree>
    <p:extLst>
      <p:ext uri="{BB962C8B-B14F-4D97-AF65-F5344CB8AC3E}">
        <p14:creationId xmlns:p14="http://schemas.microsoft.com/office/powerpoint/2010/main" val="1364968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4.jpeg"/><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7C7A92-D85C-2721-B142-90DA7C8467CB}"/>
              </a:ext>
            </a:extLst>
          </p:cNvPr>
          <p:cNvSpPr>
            <a:spLocks noGrp="1"/>
          </p:cNvSpPr>
          <p:nvPr>
            <p:ph type="ctrTitle"/>
          </p:nvPr>
        </p:nvSpPr>
        <p:spPr>
          <a:xfrm>
            <a:off x="1524000" y="968359"/>
            <a:ext cx="9144000" cy="2387600"/>
          </a:xfrm>
        </p:spPr>
        <p:txBody>
          <a:bodyPr/>
          <a:lstStyle/>
          <a:p>
            <a:r>
              <a:rPr lang="en-US" dirty="0"/>
              <a:t>BULLSEYE!</a:t>
            </a:r>
          </a:p>
        </p:txBody>
      </p:sp>
      <p:sp>
        <p:nvSpPr>
          <p:cNvPr id="3" name="Subtitle 2">
            <a:extLst>
              <a:ext uri="{FF2B5EF4-FFF2-40B4-BE49-F238E27FC236}">
                <a16:creationId xmlns:a16="http://schemas.microsoft.com/office/drawing/2014/main" id="{722F464C-6908-2AEF-039B-3399B272A081}"/>
              </a:ext>
            </a:extLst>
          </p:cNvPr>
          <p:cNvSpPr>
            <a:spLocks noGrp="1"/>
          </p:cNvSpPr>
          <p:nvPr>
            <p:ph type="subTitle" idx="1"/>
          </p:nvPr>
        </p:nvSpPr>
        <p:spPr>
          <a:xfrm>
            <a:off x="1524000" y="3448033"/>
            <a:ext cx="9144000" cy="2387599"/>
          </a:xfrm>
        </p:spPr>
        <p:txBody>
          <a:bodyPr>
            <a:normAutofit/>
          </a:bodyPr>
          <a:lstStyle/>
          <a:p>
            <a:r>
              <a:rPr lang="en-US" sz="3500" dirty="0"/>
              <a:t>Hit reproducibility with </a:t>
            </a:r>
            <a:r>
              <a:rPr lang="en-US" sz="3500" i="1" dirty="0">
                <a:solidFill>
                  <a:srgbClr val="FF0000"/>
                </a:solidFill>
              </a:rPr>
              <a:t>t a r g e t s </a:t>
            </a:r>
            <a:r>
              <a:rPr lang="en-US" sz="3500" dirty="0"/>
              <a:t>in R</a:t>
            </a:r>
          </a:p>
          <a:p>
            <a:endParaRPr lang="en-US" sz="3500" dirty="0"/>
          </a:p>
          <a:p>
            <a:r>
              <a:rPr lang="en-US" dirty="0"/>
              <a:t>Murphy John</a:t>
            </a:r>
          </a:p>
          <a:p>
            <a:r>
              <a:rPr lang="en-US" dirty="0"/>
              <a:t>2025-09-25</a:t>
            </a:r>
          </a:p>
        </p:txBody>
      </p:sp>
      <p:pic>
        <p:nvPicPr>
          <p:cNvPr id="1026" name="Picture 2" descr="Target Mascot: Everything You Want to Know About Bullseye">
            <a:extLst>
              <a:ext uri="{FF2B5EF4-FFF2-40B4-BE49-F238E27FC236}">
                <a16:creationId xmlns:a16="http://schemas.microsoft.com/office/drawing/2014/main" id="{110FDB0A-92ED-A307-D561-C023F1CBE2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3480" y="4364142"/>
            <a:ext cx="3398549" cy="226674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8043766D-8E7D-D632-310E-04F4607E8584}"/>
              </a:ext>
            </a:extLst>
          </p:cNvPr>
          <p:cNvPicPr>
            <a:picLocks noChangeAspect="1"/>
          </p:cNvPicPr>
          <p:nvPr/>
        </p:nvPicPr>
        <p:blipFill>
          <a:blip r:embed="rId3"/>
          <a:stretch>
            <a:fillRect/>
          </a:stretch>
        </p:blipFill>
        <p:spPr>
          <a:xfrm>
            <a:off x="8674766" y="85826"/>
            <a:ext cx="2700284" cy="3116128"/>
          </a:xfrm>
          <a:prstGeom prst="rect">
            <a:avLst/>
          </a:prstGeom>
        </p:spPr>
      </p:pic>
      <p:pic>
        <p:nvPicPr>
          <p:cNvPr id="1028" name="Picture 4" descr="Knight archer cartoon character Royalty Free Vector Image">
            <a:extLst>
              <a:ext uri="{FF2B5EF4-FFF2-40B4-BE49-F238E27FC236}">
                <a16:creationId xmlns:a16="http://schemas.microsoft.com/office/drawing/2014/main" id="{951E64F8-84B6-1A91-C958-049AC73043F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8193"/>
          <a:stretch>
            <a:fillRect/>
          </a:stretch>
        </p:blipFill>
        <p:spPr bwMode="auto">
          <a:xfrm>
            <a:off x="567206" y="3947970"/>
            <a:ext cx="1913588" cy="23540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Who is Alex from target and why is Alex from target so popular">
            <a:extLst>
              <a:ext uri="{FF2B5EF4-FFF2-40B4-BE49-F238E27FC236}">
                <a16:creationId xmlns:a16="http://schemas.microsoft.com/office/drawing/2014/main" id="{4F3EE24A-458C-7080-41AF-08EB9CFBE0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9971" y="222343"/>
            <a:ext cx="3017327" cy="2979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62786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18BE-4D11-ECB9-EBC8-1923EE7879F3}"/>
              </a:ext>
            </a:extLst>
          </p:cNvPr>
          <p:cNvSpPr>
            <a:spLocks noGrp="1"/>
          </p:cNvSpPr>
          <p:nvPr>
            <p:ph type="title"/>
          </p:nvPr>
        </p:nvSpPr>
        <p:spPr/>
        <p:txBody>
          <a:bodyPr/>
          <a:lstStyle/>
          <a:p>
            <a:r>
              <a:rPr lang="en-US" dirty="0"/>
              <a:t>What is </a:t>
            </a:r>
            <a:r>
              <a:rPr lang="en-US" i="1" dirty="0">
                <a:solidFill>
                  <a:srgbClr val="FF0000"/>
                </a:solidFill>
              </a:rPr>
              <a:t>t a r g e t s</a:t>
            </a:r>
            <a:r>
              <a:rPr lang="en-US" dirty="0"/>
              <a:t>? </a:t>
            </a:r>
          </a:p>
        </p:txBody>
      </p:sp>
      <p:sp>
        <p:nvSpPr>
          <p:cNvPr id="3" name="Content Placeholder 2">
            <a:extLst>
              <a:ext uri="{FF2B5EF4-FFF2-40B4-BE49-F238E27FC236}">
                <a16:creationId xmlns:a16="http://schemas.microsoft.com/office/drawing/2014/main" id="{29BF2B5F-9D69-064F-2B7A-AE0106197DF9}"/>
              </a:ext>
            </a:extLst>
          </p:cNvPr>
          <p:cNvSpPr>
            <a:spLocks noGrp="1"/>
          </p:cNvSpPr>
          <p:nvPr>
            <p:ph idx="1"/>
          </p:nvPr>
        </p:nvSpPr>
        <p:spPr/>
        <p:txBody>
          <a:bodyPr>
            <a:normAutofit fontScale="92500" lnSpcReduction="10000"/>
          </a:bodyPr>
          <a:lstStyle/>
          <a:p>
            <a:r>
              <a:rPr lang="en-US" dirty="0"/>
              <a:t>targets is an R package </a:t>
            </a:r>
            <a:r>
              <a:rPr lang="en-US"/>
              <a:t>that organizes and tracks </a:t>
            </a:r>
            <a:r>
              <a:rPr lang="en-US" dirty="0"/>
              <a:t>the components of an analytical pipeline</a:t>
            </a:r>
          </a:p>
          <a:p>
            <a:r>
              <a:rPr lang="en-US" dirty="0"/>
              <a:t>It monitors the code and outputs of each step (or “target”) in your workflow to ensure they stay up to date when something changes and, more importantly, to avoid rerunning steps that haven’t changed</a:t>
            </a:r>
          </a:p>
          <a:p>
            <a:r>
              <a:rPr lang="en-US" dirty="0"/>
              <a:t>This speeds up your analysis by only re-running code that has been modified (and its downstream dependencies)</a:t>
            </a:r>
          </a:p>
          <a:p>
            <a:r>
              <a:rPr lang="en-US" dirty="0"/>
              <a:t> targets also flags steps that have changed but haven’t yet been executed, so you know exactly where to focus your attention in a pipeline</a:t>
            </a:r>
          </a:p>
          <a:p>
            <a:r>
              <a:rPr lang="en-US" dirty="0"/>
              <a:t>An organized workflow is an efficient and reproducible workflow!</a:t>
            </a:r>
          </a:p>
        </p:txBody>
      </p:sp>
    </p:spTree>
    <p:extLst>
      <p:ext uri="{BB962C8B-B14F-4D97-AF65-F5344CB8AC3E}">
        <p14:creationId xmlns:p14="http://schemas.microsoft.com/office/powerpoint/2010/main" val="1224267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69894-F4B4-CB70-736C-2CCA02E587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C88C81-0084-8B28-3415-257DF0AEF2A9}"/>
              </a:ext>
            </a:extLst>
          </p:cNvPr>
          <p:cNvSpPr>
            <a:spLocks noGrp="1"/>
          </p:cNvSpPr>
          <p:nvPr>
            <p:ph type="title"/>
          </p:nvPr>
        </p:nvSpPr>
        <p:spPr/>
        <p:txBody>
          <a:bodyPr/>
          <a:lstStyle/>
          <a:p>
            <a:r>
              <a:rPr lang="en-US" dirty="0"/>
              <a:t>Set up</a:t>
            </a:r>
          </a:p>
        </p:txBody>
      </p:sp>
      <p:sp>
        <p:nvSpPr>
          <p:cNvPr id="3" name="Content Placeholder 2">
            <a:extLst>
              <a:ext uri="{FF2B5EF4-FFF2-40B4-BE49-F238E27FC236}">
                <a16:creationId xmlns:a16="http://schemas.microsoft.com/office/drawing/2014/main" id="{D7F92C42-21C3-DB69-DD65-37A8E7D3188C}"/>
              </a:ext>
            </a:extLst>
          </p:cNvPr>
          <p:cNvSpPr>
            <a:spLocks noGrp="1"/>
          </p:cNvSpPr>
          <p:nvPr>
            <p:ph idx="1"/>
          </p:nvPr>
        </p:nvSpPr>
        <p:spPr/>
        <p:txBody>
          <a:bodyPr/>
          <a:lstStyle/>
          <a:p>
            <a:r>
              <a:rPr lang="en-US" dirty="0"/>
              <a:t>Load `targets</a:t>
            </a:r>
            <a:r>
              <a:rPr lang="en-US"/>
              <a:t>` package</a:t>
            </a:r>
          </a:p>
          <a:p>
            <a:endParaRPr lang="en-US" dirty="0"/>
          </a:p>
        </p:txBody>
      </p:sp>
    </p:spTree>
    <p:extLst>
      <p:ext uri="{BB962C8B-B14F-4D97-AF65-F5344CB8AC3E}">
        <p14:creationId xmlns:p14="http://schemas.microsoft.com/office/powerpoint/2010/main" val="37422174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TotalTime>
  <Words>143</Words>
  <Application>Microsoft Office PowerPoint</Application>
  <PresentationFormat>Widescreen</PresentationFormat>
  <Paragraphs>13</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BULLSEYE!</vt:lpstr>
      <vt:lpstr>What is t a r g e t s? </vt:lpstr>
      <vt:lpstr>Set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Murphy John</dc:creator>
  <cp:lastModifiedBy>Murphy John</cp:lastModifiedBy>
  <cp:revision>5</cp:revision>
  <dcterms:created xsi:type="dcterms:W3CDTF">2025-08-13T15:46:34Z</dcterms:created>
  <dcterms:modified xsi:type="dcterms:W3CDTF">2025-08-15T17:01:55Z</dcterms:modified>
</cp:coreProperties>
</file>